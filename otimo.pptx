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media/image1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BDE1D6-8836-4B5F-9E8D-B75CDEED1F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3AE315-862F-49A3-BD02-462E6901EF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</a:t>
            </a: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C1D4A3C-E032-4C13-9DFA-1D280A14A07E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highlight>
                  <a:srgbClr val="bf0041"/>
                </a:highlight>
                <a:latin typeface="Arial"/>
              </a:rPr>
              <a:t>Exercício fora de formatação sem argumentação e encadeamento</a:t>
            </a:r>
            <a:endParaRPr b="0" lang="pt-BR" sz="4400" spc="-1" strike="noStrike">
              <a:solidFill>
                <a:srgbClr val="000000"/>
              </a:solidFill>
              <a:highlight>
                <a:srgbClr val="bf0041"/>
              </a:highlight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Errado, não faça isso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2880000" y="1757160"/>
            <a:ext cx="4747680" cy="36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468a1a"/>
                </a:solidFill>
                <a:latin typeface="Arial"/>
              </a:rPr>
              <a:t>Exercício com encadeamento correto</a:t>
            </a:r>
            <a:endParaRPr b="0" lang="pt-BR" sz="4400" spc="-1" strike="noStrike">
              <a:solidFill>
                <a:srgbClr val="468a1a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360000" y="1915200"/>
            <a:ext cx="8848440" cy="330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468a1a"/>
                </a:solidFill>
                <a:latin typeface="Arial"/>
              </a:rPr>
              <a:t>Exercício com encadeamento correto (linguagem sem símbolos)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28800" y="1980000"/>
            <a:ext cx="10079640" cy="2566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highlight>
                  <a:srgbClr val="bf0041"/>
                </a:highlight>
                <a:latin typeface="Arial"/>
              </a:rPr>
              <a:t>Exercício parcial sem quantificadores (para todo, existe)</a:t>
            </a:r>
            <a:endParaRPr b="0" lang="pt-BR" sz="4400" spc="-1" strike="noStrike">
              <a:solidFill>
                <a:srgbClr val="000000"/>
              </a:solidFill>
              <a:highlight>
                <a:srgbClr val="bf0041"/>
              </a:highlight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Errado!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0" y="1933200"/>
            <a:ext cx="10079640" cy="2566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Pode melhorar utilizar pertence a Z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360" y="1980000"/>
            <a:ext cx="10079640" cy="2566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highlight>
                  <a:srgbClr val="bf0041"/>
                </a:highlight>
                <a:latin typeface="Arial"/>
              </a:rPr>
              <a:t>Ilegível, sem encadeamento lógico</a:t>
            </a:r>
            <a:endParaRPr b="0" lang="pt-BR" sz="4400" spc="-1" strike="noStrike">
              <a:solidFill>
                <a:srgbClr val="000000"/>
              </a:solidFill>
              <a:highlight>
                <a:srgbClr val="bf0041"/>
              </a:highlight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tretch/>
        </p:blipFill>
        <p:spPr>
          <a:xfrm>
            <a:off x="0" y="2293200"/>
            <a:ext cx="10079640" cy="2566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highlight>
                  <a:srgbClr val="bf0041"/>
                </a:highlight>
                <a:latin typeface="Arial"/>
              </a:rPr>
              <a:t>Atividade de ponta cabeça</a:t>
            </a:r>
            <a:endParaRPr b="0" lang="pt-BR" sz="4400" spc="-1" strike="noStrike">
              <a:solidFill>
                <a:srgbClr val="000000"/>
              </a:solidFill>
              <a:highlight>
                <a:srgbClr val="bf0041"/>
              </a:highlight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3420000" y="1772640"/>
            <a:ext cx="3679920" cy="284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highlight>
                  <a:srgbClr val="bf0041"/>
                </a:highlight>
                <a:latin typeface="Arial"/>
              </a:rPr>
              <a:t>Atividade com rasura sem encadeamento lógico</a:t>
            </a:r>
            <a:endParaRPr b="0" lang="pt-BR" sz="4400" spc="-1" strike="noStrike">
              <a:solidFill>
                <a:srgbClr val="000000"/>
              </a:solidFill>
              <a:highlight>
                <a:srgbClr val="bf0041"/>
              </a:highlight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1"/>
          <a:stretch/>
        </p:blipFill>
        <p:spPr>
          <a:xfrm>
            <a:off x="1984680" y="1620000"/>
            <a:ext cx="6655320" cy="366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highlight>
                  <a:srgbClr val="bf0041"/>
                </a:highlight>
                <a:latin typeface="Arial"/>
              </a:rPr>
              <a:t>Sem encadeamento</a:t>
            </a:r>
            <a:endParaRPr b="0" lang="pt-BR" sz="4400" spc="-1" strike="noStrike">
              <a:solidFill>
                <a:srgbClr val="000000"/>
              </a:solidFill>
              <a:highlight>
                <a:srgbClr val="bf0041"/>
              </a:highlight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1"/>
          <a:stretch/>
        </p:blipFill>
        <p:spPr>
          <a:xfrm>
            <a:off x="1537560" y="1410840"/>
            <a:ext cx="6922440" cy="380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highlight>
                  <a:srgbClr val="bf0041"/>
                </a:highlight>
                <a:latin typeface="Arial"/>
              </a:rPr>
              <a:t>Canetas de outras cores</a:t>
            </a:r>
            <a:endParaRPr b="0" lang="pt-BR" sz="4400" spc="-1" strike="noStrike">
              <a:solidFill>
                <a:srgbClr val="000000"/>
              </a:solidFill>
              <a:highlight>
                <a:srgbClr val="bf0041"/>
              </a:highlight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1717560" y="1788840"/>
            <a:ext cx="6562440" cy="361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468a1a"/>
                </a:solidFill>
                <a:latin typeface="Arial"/>
              </a:rPr>
              <a:t>Exercício com encadeamento correto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1231560" y="1499400"/>
            <a:ext cx="8308440" cy="426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highlight>
                  <a:srgbClr val="bf0041"/>
                </a:highlight>
                <a:latin typeface="Arial"/>
              </a:rPr>
              <a:t>Atividade sem encadeamento lógico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E ilegível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1800000" y="1980000"/>
            <a:ext cx="6318360" cy="32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ótimo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2131560" y="1614600"/>
            <a:ext cx="6328440" cy="324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2026-03-02T18:17:11Z</dcterms:created>
  <dc:creator/>
  <dc:description/>
  <dc:language>pt-BR</dc:language>
  <cp:lastModifiedBy/>
  <dcterms:modified xsi:type="dcterms:W3CDTF">2026-03-02T18:34:31Z</dcterms:modified>
  <cp:revision>1</cp:revision>
  <dc:subject/>
  <dc:title/>
</cp:coreProperties>
</file>